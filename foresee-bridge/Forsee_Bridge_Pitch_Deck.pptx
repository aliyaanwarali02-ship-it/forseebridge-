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($B)</c:v>
                </c:pt>
              </c:strCache>
            </c:strRef>
          </c:tx>
          <c:spPr>
            <a:solidFill>
              <a:srgbClr val="4ADE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Developed VC</c:v>
                  </c:pt>
                  <c:pt idx="1">
                    <c:v>Underserved VC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278</c:v>
                </c:pt>
                <c:pt idx="1">
                  <c:v>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Entrepreneurs 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Developed VC</c:v>
                  </c:pt>
                  <c:pt idx="1">
                    <c:v>Underserved VC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200</c:v>
                </c:pt>
                <c:pt idx="1">
                  <c:v>465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1F5F9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1F5F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FORSEE BRIDGE | CAPITAL WITHOUT BORDERS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309360"/>
            <a:ext cx="8229600" cy="9144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See the Connection?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think connects these regions?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Forsee Bridge – Capital Without Borders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platform connecting founders in underserved regions with global investors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based on strategic sector alignment, not location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equitable access to capital, and growth opportunities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access to capital in underserved regions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18288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 of venture capital concentrated in developed regions (U.S., EU, China)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2% of VC funding goes to Sub-Saharan Africa and other underserved regions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of founders in underserved regions rely on personal loans or family funding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fail to scale due to a lack of global network access which limits them from accessing capital to grow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Forsee Bridge is Different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Matchmaking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18288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analyzes owner profiles using objective metrics, not opinions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Premium: investor meetings + AI growth/risk insights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 no recommendations to prevent bias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investor view: clear, high-quality profiles for faster connections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on connecting founders in underserved regions to global capital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Workflow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77724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Profile Creation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77724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Matchmaking – Level 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572000"/>
            <a:ext cx="77724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5720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AI Matchmaking – Level 2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– Build Your Profile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info: name, company, HQ, sector, stage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metrics: years operating, equity offered, capital required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description, problem solved, target market, pitch deck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evaluates clarity &amp; completeness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summary visible to investors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– Smart Investor Matchmaking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matches founders with investors based on sector, stage, and investment alignment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based on geography—focused on strategic fit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founder profile data + investor preferences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chat enables direct communication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can engage and explore investor interest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– In-Depth Meetings &amp; Financial Planning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in-depth meetings with investors after initial matchmaking</a:t>
            </a:r>
            <a:pPr indent="0" marL="0">
              <a:lnSpc>
                <a:spcPts val="3500"/>
              </a:lnSpc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inputs capital allocation (e.g., 60% marketing, 40% R&amp;D)</a:t>
            </a:r>
            <a:pPr indent="0" marL="0">
              <a:lnSpc>
                <a:spcPts val="3500"/>
              </a:lnSpc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evaluates all profile metrics, providing cash flow projections, growth potential, and risk insights (no recommendations)</a:t>
            </a:r>
            <a:pPr indent="0" marL="0">
              <a:lnSpc>
                <a:spcPts val="3500"/>
              </a:lnSpc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can experiment with allocations and send finalized decisions to investors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Monetization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Investor Access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Discount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Cost/Founder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Profit/Founder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Developing Regions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Investors: Free access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Integrity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Privacy &amp; Terms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18288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founders &amp; investors only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data processing; no personal info shared publicly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insights provided as-is; platform not liable for investor decisions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rejection is not Forsee Bridge responsibility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Analysis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Advantage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AI matchmaking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AI-driven linking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AngelList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Startup funding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Developed regions focused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Underserved focus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Crunchbase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Data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Dynamic matching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 Combinator App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Accelerator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global reach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+ AI guidance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AI apps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analysis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founder-specific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Biased insights avoided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Problem with Massive Potential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Venture capital market &gt; USD 278 billion annually, mainly in developed regions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~665 million entrepreneurs worldwide, with ~70% in underserved regions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platform captures just 1–2% of startup funding flows → ~USD 3–6 billion opportunity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advantage: global scale, social impact, AI-driven financial guidance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4114800"/>
          <a:ext cx="77724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&amp; Expansion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into a global startup ecosystem built on connection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Community-driven growth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Interactive: Global map showing founders, investors, mentors, and co-founders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Without Borders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a global, urgent problem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platform to combine AI matchmaking + social impact + financial guidance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adoption = first-mover advantage in an untapped market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us in empowering founders worldwide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time.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2026-04-02T21:05:24Z</dcterms:created>
  <dcterms:modified xsi:type="dcterms:W3CDTF">2026-04-02T21:05:24Z</dcterms:modified>
</cp:coreProperties>
</file>